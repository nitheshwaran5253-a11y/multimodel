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 Conditionals &amp; Relational Operators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3: Boolean Expressions &amp; Control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Operators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Relational operators compare two numeric expressions and yield a boolean primitive (true/false).</a:t>
            </a:r>
          </a:p>
          <a:p>
            <a:r>
              <a:t>• `==` : Equality test (Note: distinct from assignment operator `=`).</a:t>
            </a:r>
          </a:p>
          <a:p>
            <a:r>
              <a:t>• `!=` : Not equal to.</a:t>
            </a:r>
          </a:p>
          <a:p>
            <a:r>
              <a:t>• `&lt;` and `&lt;=` : Strictly less than, vs less than or equal to.</a:t>
            </a:r>
          </a:p>
          <a:p>
            <a:r>
              <a:t>• `&gt;` and `&gt;=` : Strictly greater than, vs greater than or equal 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Operators &amp; Short-Circuit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Logical AND `&amp;&amp;`: Evaluates true only if BOTH operands evaluate to true.</a:t>
            </a:r>
          </a:p>
          <a:p>
            <a:r>
              <a:t>• Logical OR `||`: Evaluates true if AT LEAST ONE operand evaluates to true.</a:t>
            </a:r>
          </a:p>
          <a:p>
            <a:r>
              <a:t>• Short-circuit evaluation: In `A &amp;&amp; B`, if A is false, B is NEVER evaluated.</a:t>
            </a:r>
          </a:p>
          <a:p>
            <a:r>
              <a:t>• In `A || B`, if A is true, B is NEVER evaluated. This is essential for guard conditions!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